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37e9bfa-0011-9ce8-98bf-1e48c12a6890}">
          <p14:sldIdLst>
            <p14:sldId id="256"/>
            <p14:sldId id="257"/>
            <p14:sldId id="258"/>
          </p14:sldIdLst>
        </p14:section>
        <p14:section name="Profile" id="{687c4c9d-042f-7965-f254-ba3eb6936815}">
          <p14:sldIdLst>
            <p14:sldId id="259"/>
            <p14:sldId id="260"/>
            <p14:sldId id="261"/>
          </p14:sldIdLst>
        </p14:section>
        <p14:section name="Pricing and trial lesson" id="{7454853e-ba7a-443d-7727-9bb178769b75}">
          <p14:sldIdLst>
            <p14:sldId id="262"/>
            <p14:sldId id="263"/>
          </p14:sldIdLst>
        </p14:section>
        <p14:section name="Closing" id="{63e34637-884a-3569-bb1f-2d029185deb2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them. Thank them for signing up with your link. Ask their name, their subject and where they're joining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clock. If they haven't finished their profile, spend more time on the profile block and less on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your story in 1 minute: how you started, what was hard to learn and what changed once you understood profile, pricing and the trial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what excites you most about teaching online? Use their answer to motivate the rest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their profile on screen share and review the three pillars live. Write down 2–3 specific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their headline together using the formula. Have them paste it into Preply during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 at other tutors' prices in their subject on Preply together and choose a starting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part: this is where you win or lose the student. If there's time, do a 2-minute role 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concrete date for each phase. If they signed up with your link, remind them of the program deadline.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it only if the session delivered value. No pressure: the free session must be useful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3 steps and a date for each. Ask permission to check in with them 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1148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illo exterior"/>
          <p:cNvSpPr/>
          <p:nvPr/>
        </p:nvSpPr>
        <p:spPr>
          <a:xfrm>
            <a:off x="6035040" y="-1097280"/>
            <a:ext cx="4206240" cy="4206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" name="Anillo interior"/>
          <p:cNvSpPr/>
          <p:nvPr/>
        </p:nvSpPr>
        <p:spPr>
          <a:xfrm>
            <a:off x="6876288" y="-256032"/>
            <a:ext cx="2523744" cy="252374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expert to online tutor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9260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Your Preply launch plan · 30-minute session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3205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Tu Nombre</a:t>
            </a:r>
            <a:endParaRPr lang="en-US" sz="16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457200" y="4114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 in 30 minutes</a:t>
            </a:r>
            <a:endParaRPr lang="en-US" sz="3000" dirty="0"/>
          </a:p>
        </p:txBody>
      </p:sp>
      <p:sp>
        <p:nvSpPr>
          <p:cNvPr id="3" name="Tiempo 1"/>
          <p:cNvSpPr/>
          <p:nvPr/>
        </p:nvSpPr>
        <p:spPr>
          <a:xfrm>
            <a:off x="457200" y="11887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min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 and your subject</a:t>
            </a:r>
            <a:endParaRPr lang="en-US" sz="1800" dirty="0"/>
          </a:p>
        </p:txBody>
      </p:sp>
      <p:sp>
        <p:nvSpPr>
          <p:cNvPr id="6" name="Tiempo 2"/>
          <p:cNvSpPr/>
          <p:nvPr/>
        </p:nvSpPr>
        <p:spPr>
          <a:xfrm>
            <a:off x="457200" y="18745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10 min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874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Your profile: photo, headline, video</a:t>
            </a:r>
            <a:endParaRPr lang="en-US" sz="1800" dirty="0"/>
          </a:p>
        </p:txBody>
      </p:sp>
      <p:sp>
        <p:nvSpPr>
          <p:cNvPr id="9" name="Tiempo 3"/>
          <p:cNvSpPr/>
          <p:nvPr/>
        </p:nvSpPr>
        <p:spPr>
          <a:xfrm>
            <a:off x="457200" y="25603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min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5603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Your starting price</a:t>
            </a:r>
            <a:endParaRPr lang="en-US" sz="1800" dirty="0"/>
          </a:p>
        </p:txBody>
      </p:sp>
      <p:sp>
        <p:nvSpPr>
          <p:cNvPr id="12" name="Tiempo 4"/>
          <p:cNvSpPr/>
          <p:nvPr/>
        </p:nvSpPr>
        <p:spPr>
          <a:xfrm>
            <a:off x="457200" y="32461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246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min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2461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trial lesson that converts</a:t>
            </a:r>
            <a:endParaRPr lang="en-US" sz="1800" dirty="0"/>
          </a:p>
        </p:txBody>
      </p:sp>
      <p:sp>
        <p:nvSpPr>
          <p:cNvPr id="15" name="Tiempo 5"/>
          <p:cNvSpPr/>
          <p:nvPr/>
        </p:nvSpPr>
        <p:spPr>
          <a:xfrm>
            <a:off x="457200" y="3931920"/>
            <a:ext cx="1097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931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39319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Next steps and questions</a:t>
            </a:r>
            <a:endParaRPr lang="en-US" sz="1800" dirty="0"/>
          </a:p>
        </p:txBody>
      </p:sp>
      <p:sp>
        <p:nvSpPr>
          <p:cNvPr id="18" name="Anillo exterior"/>
          <p:cNvSpPr/>
          <p:nvPr/>
        </p:nvSpPr>
        <p:spPr>
          <a:xfrm>
            <a:off x="6949440" y="1737360"/>
            <a:ext cx="1828800" cy="1828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Anillo interior"/>
          <p:cNvSpPr/>
          <p:nvPr/>
        </p:nvSpPr>
        <p:spPr>
          <a:xfrm>
            <a:off x="7315200" y="210312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 can help you</a:t>
            </a:r>
            <a:endParaRPr lang="en-US" sz="3000" dirty="0"/>
          </a:p>
        </p:txBody>
      </p:sp>
      <p:sp>
        <p:nvSpPr>
          <p:cNvPr id="3" name="Dato 1"/>
          <p:cNvSpPr/>
          <p:nvPr/>
        </p:nvSpPr>
        <p:spPr>
          <a:xfrm>
            <a:off x="45720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14,000+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560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lessons taught on Preply</a:t>
            </a:r>
            <a:endParaRPr lang="en-US" sz="1600" dirty="0"/>
          </a:p>
        </p:txBody>
      </p:sp>
      <p:sp>
        <p:nvSpPr>
          <p:cNvPr id="6" name="Dato 2"/>
          <p:cNvSpPr/>
          <p:nvPr/>
        </p:nvSpPr>
        <p:spPr>
          <a:xfrm>
            <a:off x="329184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20440" y="15544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$4K–6K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560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current monthly income*</a:t>
            </a:r>
            <a:endParaRPr lang="en-US" sz="1600" dirty="0"/>
          </a:p>
        </p:txBody>
      </p:sp>
      <p:sp>
        <p:nvSpPr>
          <p:cNvPr id="9" name="Dato 3"/>
          <p:cNvSpPr/>
          <p:nvPr/>
        </p:nvSpPr>
        <p:spPr>
          <a:xfrm>
            <a:off x="6126480" y="1280160"/>
            <a:ext cx="25603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5544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method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560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that works for any subject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0233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*My personal case. Not a guarantee of results.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Preply for your subject</a:t>
            </a:r>
            <a:endParaRPr lang="en-US" sz="3000" dirty="0"/>
          </a:p>
        </p:txBody>
      </p:sp>
      <p:sp>
        <p:nvSpPr>
          <p:cNvPr id="3" name="Ventaja 1"/>
          <p:cNvSpPr/>
          <p:nvPr/>
        </p:nvSpPr>
        <p:spPr>
          <a:xfrm>
            <a:off x="457200" y="118872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Círculo 1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3898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Students come to you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105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Preply brings the demand. You focus on teaching.</a:t>
            </a:r>
            <a:endParaRPr lang="en-US" sz="1400" dirty="0"/>
          </a:p>
        </p:txBody>
      </p:sp>
      <p:sp>
        <p:nvSpPr>
          <p:cNvPr id="8" name="Ventaja 2"/>
          <p:cNvSpPr/>
          <p:nvPr/>
        </p:nvSpPr>
        <p:spPr>
          <a:xfrm>
            <a:off x="4709160" y="118872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Círculo 2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37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577840" y="13898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Your price, your rules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18105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You decide your rate and when to raise it.</a:t>
            </a:r>
            <a:endParaRPr lang="en-US" sz="1400" dirty="0"/>
          </a:p>
        </p:txBody>
      </p:sp>
      <p:sp>
        <p:nvSpPr>
          <p:cNvPr id="13" name="Ventaja 3"/>
          <p:cNvSpPr/>
          <p:nvPr/>
        </p:nvSpPr>
        <p:spPr>
          <a:xfrm>
            <a:off x="457200" y="278892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4" name="Círculo 3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9900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Your schedule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4107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only the hours that suit you.</a:t>
            </a:r>
            <a:endParaRPr lang="en-US" sz="1400" dirty="0"/>
          </a:p>
        </p:txBody>
      </p:sp>
      <p:sp>
        <p:nvSpPr>
          <p:cNvPr id="18" name="Ventaja 4"/>
          <p:cNvSpPr/>
          <p:nvPr/>
        </p:nvSpPr>
        <p:spPr>
          <a:xfrm>
            <a:off x="4709160" y="278892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Círculo 4"/>
          <p:cNvSpPr/>
          <p:nvPr/>
        </p:nvSpPr>
        <p:spPr>
          <a:xfrm>
            <a:off x="4937760" y="3063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377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29900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Subscriptions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4107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Income that repeats every week.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 pillars of a profile that sells</a:t>
            </a:r>
            <a:endParaRPr lang="en-US" sz="3000" dirty="0"/>
          </a:p>
        </p:txBody>
      </p:sp>
      <p:sp>
        <p:nvSpPr>
          <p:cNvPr id="3" name="Pilar 1"/>
          <p:cNvSpPr/>
          <p:nvPr/>
        </p:nvSpPr>
        <p:spPr>
          <a:xfrm>
            <a:off x="45720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Círculo 1"/>
          <p:cNvSpPr/>
          <p:nvPr/>
        </p:nvSpPr>
        <p:spPr>
          <a:xfrm>
            <a:off x="73152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Facing the camera, good light, clean background, smiling. It's the first thing students see.</a:t>
            </a:r>
            <a:endParaRPr lang="en-US" sz="1400" dirty="0"/>
          </a:p>
        </p:txBody>
      </p:sp>
      <p:sp>
        <p:nvSpPr>
          <p:cNvPr id="8" name="Pilar 2"/>
          <p:cNvSpPr/>
          <p:nvPr/>
        </p:nvSpPr>
        <p:spPr>
          <a:xfrm>
            <a:off x="329184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9" name="Círculo 2"/>
          <p:cNvSpPr/>
          <p:nvPr/>
        </p:nvSpPr>
        <p:spPr>
          <a:xfrm>
            <a:off x="356616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Specific: subject, who you help and the result you deliver.</a:t>
            </a:r>
            <a:endParaRPr lang="en-US" sz="1400" dirty="0"/>
          </a:p>
        </p:txBody>
      </p:sp>
      <p:sp>
        <p:nvSpPr>
          <p:cNvPr id="13" name="Pilar 3"/>
          <p:cNvSpPr/>
          <p:nvPr/>
        </p:nvSpPr>
        <p:spPr>
          <a:xfrm>
            <a:off x="6126480" y="1234440"/>
            <a:ext cx="2560320" cy="31089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4" name="Círculo 3"/>
          <p:cNvSpPr/>
          <p:nvPr/>
        </p:nvSpPr>
        <p:spPr>
          <a:xfrm>
            <a:off x="6400800" y="15087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7432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60–90 seconds: who you are, who you help, what your lessons look like and an invitation to book.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headline: before and after</a:t>
            </a:r>
            <a:endParaRPr lang="en-US" sz="3000" dirty="0"/>
          </a:p>
        </p:txBody>
      </p:sp>
      <p:sp>
        <p:nvSpPr>
          <p:cNvPr id="3" name="Antes"/>
          <p:cNvSpPr/>
          <p:nvPr/>
        </p:nvSpPr>
        <p:spPr>
          <a:xfrm>
            <a:off x="457200" y="1325880"/>
            <a:ext cx="338328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BEFORE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strike="sngStrike" dirty="0">
                <a:solidFill>
                  <a:schemeClr val="accent3"/>
                </a:solidFill>
              </a:rPr>
              <a:t>Math teacher</a:t>
            </a:r>
            <a:endParaRPr lang="en-US" sz="2000" dirty="0"/>
          </a:p>
        </p:txBody>
      </p:sp>
      <p:sp>
        <p:nvSpPr>
          <p:cNvPr id="6" name="Flecha"/>
          <p:cNvSpPr/>
          <p:nvPr/>
        </p:nvSpPr>
        <p:spPr>
          <a:xfrm>
            <a:off x="4023360" y="2103120"/>
            <a:ext cx="640080" cy="45720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7" name="Después"/>
          <p:cNvSpPr/>
          <p:nvPr/>
        </p:nvSpPr>
        <p:spPr>
          <a:xfrm>
            <a:off x="4846320" y="1325880"/>
            <a:ext cx="38404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20640" y="1508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AFTER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874520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Algebra &amp; SAT Math: 10 years helping teens pass with confidence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Formula: subject + who you help + result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price is built in stages</a:t>
            </a:r>
            <a:endParaRPr lang="en-US" sz="3000" dirty="0"/>
          </a:p>
        </p:txBody>
      </p:sp>
      <p:sp>
        <p:nvSpPr>
          <p:cNvPr id="3" name="Etapa 1"/>
          <p:cNvSpPr/>
          <p:nvPr/>
        </p:nvSpPr>
        <p:spPr>
          <a:xfrm>
            <a:off x="457200" y="3017520"/>
            <a:ext cx="256032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 · Launch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611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competitive price to land your first lessons and reviews.</a:t>
            </a:r>
            <a:endParaRPr lang="en-US" sz="1400" dirty="0"/>
          </a:p>
        </p:txBody>
      </p:sp>
      <p:sp>
        <p:nvSpPr>
          <p:cNvPr id="6" name="Etapa 2"/>
          <p:cNvSpPr/>
          <p:nvPr/>
        </p:nvSpPr>
        <p:spPr>
          <a:xfrm>
            <a:off x="3291840" y="2423160"/>
            <a:ext cx="25603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2044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 · Growth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30175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With your first good reviews, raise it gradually.</a:t>
            </a:r>
            <a:endParaRPr lang="en-US" sz="1400" dirty="0"/>
          </a:p>
        </p:txBody>
      </p:sp>
      <p:sp>
        <p:nvSpPr>
          <p:cNvPr id="9" name="Etapa 3"/>
          <p:cNvSpPr/>
          <p:nvPr/>
        </p:nvSpPr>
        <p:spPr>
          <a:xfrm>
            <a:off x="6126480" y="182880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 · Premium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2103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calendar and strong reviews: charge what your expertise is worth.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 lesson that converts</a:t>
            </a:r>
            <a:endParaRPr lang="en-US" sz="3000" dirty="0"/>
          </a:p>
        </p:txBody>
      </p:sp>
      <p:sp>
        <p:nvSpPr>
          <p:cNvPr id="3" name="Conector"/>
          <p:cNvSpPr/>
          <p:nvPr/>
        </p:nvSpPr>
        <p:spPr>
          <a:xfrm>
            <a:off x="1485900" y="1783080"/>
            <a:ext cx="617220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4" name="Círculo 1"/>
          <p:cNvSpPr/>
          <p:nvPr/>
        </p:nvSpPr>
        <p:spPr>
          <a:xfrm>
            <a:off x="11658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658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Diagnose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7889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Ask what they need and why now.</a:t>
            </a:r>
            <a:endParaRPr lang="en-US" sz="1400" dirty="0"/>
          </a:p>
        </p:txBody>
      </p:sp>
      <p:sp>
        <p:nvSpPr>
          <p:cNvPr id="8" name="Círculo 2"/>
          <p:cNvSpPr/>
          <p:nvPr/>
        </p:nvSpPr>
        <p:spPr>
          <a:xfrm>
            <a:off x="32232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232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331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Quick win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7889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Teach something useful they can apply right away.</a:t>
            </a:r>
            <a:endParaRPr lang="en-US" sz="1400" dirty="0"/>
          </a:p>
        </p:txBody>
      </p:sp>
      <p:sp>
        <p:nvSpPr>
          <p:cNvPr id="12" name="Círculo 3"/>
          <p:cNvSpPr/>
          <p:nvPr/>
        </p:nvSpPr>
        <p:spPr>
          <a:xfrm>
            <a:off x="52806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06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331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Plan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27889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Show them the path to their goal.</a:t>
            </a:r>
            <a:endParaRPr lang="en-US" sz="1400" dirty="0"/>
          </a:p>
        </p:txBody>
      </p:sp>
      <p:sp>
        <p:nvSpPr>
          <p:cNvPr id="16" name="Círculo 4"/>
          <p:cNvSpPr/>
          <p:nvPr/>
        </p:nvSpPr>
        <p:spPr>
          <a:xfrm>
            <a:off x="733806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380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31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Offer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7889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Invite them to subscribe to follow that plan.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2 weeks</a:t>
            </a:r>
            <a:endParaRPr lang="en-US" sz="3000" dirty="0"/>
          </a:p>
        </p:txBody>
      </p:sp>
      <p:sp>
        <p:nvSpPr>
          <p:cNvPr id="3" name="Fase 1"/>
          <p:cNvSpPr/>
          <p:nvPr/>
        </p:nvSpPr>
        <p:spPr>
          <a:xfrm>
            <a:off x="457200" y="123444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1–2</a:t>
            </a:r>
            <a:endParaRPr lang="en-US" sz="2000" dirty="0"/>
          </a:p>
        </p:txBody>
      </p:sp>
      <p:sp>
        <p:nvSpPr>
          <p:cNvPr id="5" name="Hito 1"/>
          <p:cNvSpPr/>
          <p:nvPr/>
        </p:nvSpPr>
        <p:spPr>
          <a:xfrm>
            <a:off x="2560320" y="156362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17520" y="123444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Finish your profile and record your video</a:t>
            </a:r>
            <a:endParaRPr lang="en-US" sz="1700" dirty="0"/>
          </a:p>
        </p:txBody>
      </p:sp>
      <p:sp>
        <p:nvSpPr>
          <p:cNvPr id="7" name="Fase 2"/>
          <p:cNvSpPr/>
          <p:nvPr/>
        </p:nvSpPr>
        <p:spPr>
          <a:xfrm>
            <a:off x="457200" y="228600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860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3–7</a:t>
            </a:r>
            <a:endParaRPr lang="en-US" sz="2000" dirty="0"/>
          </a:p>
        </p:txBody>
      </p:sp>
      <p:sp>
        <p:nvSpPr>
          <p:cNvPr id="9" name="Hito 2"/>
          <p:cNvSpPr/>
          <p:nvPr/>
        </p:nvSpPr>
        <p:spPr>
          <a:xfrm>
            <a:off x="2560320" y="261518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7520" y="228600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Preply approval and open calendar</a:t>
            </a:r>
            <a:endParaRPr lang="en-US" sz="1700" dirty="0"/>
          </a:p>
        </p:txBody>
      </p:sp>
      <p:sp>
        <p:nvSpPr>
          <p:cNvPr id="11" name="Fase 3"/>
          <p:cNvSpPr/>
          <p:nvPr/>
        </p:nvSpPr>
        <p:spPr>
          <a:xfrm>
            <a:off x="457200" y="333756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33756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</a:t>
            </a:r>
            <a:endParaRPr lang="en-US" sz="2000" dirty="0"/>
          </a:p>
        </p:txBody>
      </p:sp>
      <p:sp>
        <p:nvSpPr>
          <p:cNvPr id="13" name="Hito 3"/>
          <p:cNvSpPr/>
          <p:nvPr/>
        </p:nvSpPr>
        <p:spPr>
          <a:xfrm>
            <a:off x="2560320" y="3666744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17520" y="33375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Reply fast and teach your first trial lessons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77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114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 to go faster? The "Launch on Preply" program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916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4 weekly 30-minute group sessions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In-depth review of your profile and video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Trial lesson script adapted to your subject</a:t>
            </a:r>
            <a:endParaRPr lang="en-US" sz="17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Private support group for questions</a:t>
            </a:r>
            <a:endParaRPr lang="en-US" sz="1700" dirty="0"/>
          </a:p>
        </p:txBody>
      </p:sp>
      <p:sp>
        <p:nvSpPr>
          <p:cNvPr id="4" name="Precio"/>
          <p:cNvSpPr/>
          <p:nvPr/>
        </p:nvSpPr>
        <p:spPr>
          <a:xfrm>
            <a:off x="6035040" y="1691640"/>
            <a:ext cx="2651760" cy="219456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Launch price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233172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$97</a:t>
            </a:r>
            <a:endParaRPr lang="en-US" sz="5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114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next steps</a:t>
            </a:r>
            <a:endParaRPr lang="en-US" sz="3000" dirty="0"/>
          </a:p>
        </p:txBody>
      </p:sp>
      <p:sp>
        <p:nvSpPr>
          <p:cNvPr id="3" name="Anillo exterior"/>
          <p:cNvSpPr/>
          <p:nvPr/>
        </p:nvSpPr>
        <p:spPr>
          <a:xfrm>
            <a:off x="6583680" y="457200"/>
            <a:ext cx="2103120" cy="21031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Anillo interior"/>
          <p:cNvSpPr/>
          <p:nvPr/>
        </p:nvSpPr>
        <p:spPr>
          <a:xfrm>
            <a:off x="7004304" y="877824"/>
            <a:ext cx="1261872" cy="1261872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Círculo 1"/>
          <p:cNvSpPr/>
          <p:nvPr/>
        </p:nvSpPr>
        <p:spPr>
          <a:xfrm>
            <a:off x="45720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417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Apply your profile changes today</a:t>
            </a:r>
            <a:endParaRPr lang="en-US" sz="1800" dirty="0"/>
          </a:p>
        </p:txBody>
      </p:sp>
      <p:sp>
        <p:nvSpPr>
          <p:cNvPr id="8" name="Círculo 2"/>
          <p:cNvSpPr/>
          <p:nvPr/>
        </p:nvSpPr>
        <p:spPr>
          <a:xfrm>
            <a:off x="457200" y="21488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488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Record your video this week</a:t>
            </a:r>
            <a:endParaRPr lang="en-US" sz="1800" dirty="0"/>
          </a:p>
        </p:txBody>
      </p:sp>
      <p:sp>
        <p:nvSpPr>
          <p:cNvPr id="11" name="Círculo 3"/>
          <p:cNvSpPr/>
          <p:nvPr/>
        </p:nvSpPr>
        <p:spPr>
          <a:xfrm>
            <a:off x="457200" y="28803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803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Complete your registration by November 30, 2026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tu-email@ejemplo.com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2"/>
                </a:solidFill>
              </a:rPr>
              <a:t>Disclosure: Preply pays me a bonus if you sign up with my link and teach your first subscription lesson. I'm not a Preply employee.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spega">
  <a:themeElements>
    <a:clrScheme name="Despega">
      <a:dk1>
        <a:srgbClr val="1B1F2A"/>
      </a:dk1>
      <a:lt1>
        <a:srgbClr val="FFFFFF"/>
      </a:lt1>
      <a:dk2>
        <a:srgbClr val="14213D"/>
      </a:dk2>
      <a:lt2>
        <a:srgbClr val="EEF1F6"/>
      </a:lt2>
      <a:accent1>
        <a:srgbClr val="FCA311"/>
      </a:accent1>
      <a:accent2>
        <a:srgbClr val="14213D"/>
      </a:accent2>
      <a:accent3>
        <a:srgbClr val="5B6475"/>
      </a:accent3>
      <a:accent4>
        <a:srgbClr val="3BB273"/>
      </a:accent4>
      <a:accent5>
        <a:srgbClr val="E76F51"/>
      </a:accent5>
      <a:accent6>
        <a:srgbClr val="8D99AE"/>
      </a:accent6>
      <a:hlink>
        <a:srgbClr val="FCA311"/>
      </a:hlink>
      <a:folHlink>
        <a:srgbClr val="5B6475"/>
      </a:folHlink>
    </a:clrScheme>
    <a:fontScheme name="Despeg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expert to online tutor</dc:title>
  <dc:subject>PptxGenJS Presentation</dc:subject>
  <dc:creator>Tu Nombre</dc:creator>
  <cp:lastModifiedBy>Tu Nombre</cp:lastModifiedBy>
  <cp:revision>1</cp:revision>
  <dcterms:created xsi:type="dcterms:W3CDTF">2026-10-29T18:17:55Z</dcterms:created>
  <dcterms:modified xsi:type="dcterms:W3CDTF">2026-10-29T18:17:55Z</dcterms:modified>
</cp:coreProperties>
</file>