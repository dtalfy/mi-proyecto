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766eb414-cad2-e2b3-9277-2c0495d6046a}">
          <p14:sldIdLst>
            <p14:sldId id="256"/>
            <p14:sldId id="257"/>
            <p14:sldId id="258"/>
          </p14:sldIdLst>
        </p14:section>
        <p14:section name="Perfil" id="{fc025808-fcc7-2da6-f00b-7fc0d0d9544f}">
          <p14:sldIdLst>
            <p14:sldId id="259"/>
            <p14:sldId id="260"/>
            <p14:sldId id="261"/>
          </p14:sldIdLst>
        </p14:section>
        <p14:section name="Precio y clase de prueba" id="{2ff5ac9f-ac88-8272-d085-d01636a60946}">
          <p14:sldIdLst>
            <p14:sldId id="262"/>
            <p14:sldId id="263"/>
          </p14:sldIdLst>
        </p14:section>
        <p14:section name="Cierre" id="{5a42a2be-5595-42a2-8388-0eeb73f83b5e}">
          <p14:sldIdLst>
            <p14:sldId id="264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Bienvenida. Agradece que se hayan registrado con tu enlace. Pregunta su nombre, su materia y desde dónde se conectan.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Controla el tiempo. Si la persona aún no completó su perfil, dedica más tiempo al bloque de perfil y menos al de precio.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Cuenta tu historia en 1 minuto: cómo empezaste, qué te costó aprender y qué cambió cuando entendiste el perfil, el precio y la clase de prueba.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Pregunta: ¿qué te atrae más de enseñar online? Usa su respuesta para motivar el resto de la sesión.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Abre su perfil en pantalla compartida y revisa los tres pilares en vivo. Anota 2 o 3 cambios concretos.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Escriban juntos el título de su perfil usando la fórmula. Haz que lo pegue en Preply durante la sesión.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Revisa con la persona los precios de otros tutores de su materia en Preply y elijan juntos un precio de arranque.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punto más importante: aquí se gana o se pierde al alumno. Si hay tiempo, hagan una simulación de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Deja una fecha concreta para cada fase. Si se registró con tu enlace, recuérdale la fecha límite del programa.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Ofrécelo solo si la sesión aportó valor. Sin presión: la sesión gratuita debe servir por sí sola.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Cierra con los 3 pasos y la fecha de cada uno. Pide permiso para escribirle en una semana y ver cómo 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11480"/>
            <a:ext cx="62179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AR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774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774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nillo exterior"/>
          <p:cNvSpPr/>
          <p:nvPr/>
        </p:nvSpPr>
        <p:spPr>
          <a:xfrm>
            <a:off x="6035040" y="-1097280"/>
            <a:ext cx="4206240" cy="42062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" name="Anillo interior"/>
          <p:cNvSpPr/>
          <p:nvPr/>
        </p:nvSpPr>
        <p:spPr>
          <a:xfrm>
            <a:off x="6876288" y="-256032"/>
            <a:ext cx="2523744" cy="252374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554480"/>
            <a:ext cx="5669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experto a tutor online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92608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Tu plan de arranque en Preply · Sesión de 30 minutos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3205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Tu Nombre</a:t>
            </a:r>
            <a:endParaRPr lang="en-US" sz="1600" dirty="0"/>
          </a:p>
        </p:txBody>
      </p:sp>
      <p:sp>
        <p:nvSpPr>
          <p:cNvPr id="8" name="Text 0"/>
          <p:cNvSpPr/>
          <p:nvPr>
            <p:ph idx="100" type="title" hasCustomPrompt="1"/>
          </p:nvPr>
        </p:nvSpPr>
        <p:spPr>
          <a:xfrm>
            <a:off x="457200" y="411480"/>
            <a:ext cx="6217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haremos en 30 minutos</a:t>
            </a:r>
            <a:endParaRPr lang="en-US" sz="3000" dirty="0"/>
          </a:p>
        </p:txBody>
      </p:sp>
      <p:sp>
        <p:nvSpPr>
          <p:cNvPr id="3" name="Tiempo 1"/>
          <p:cNvSpPr/>
          <p:nvPr/>
        </p:nvSpPr>
        <p:spPr>
          <a:xfrm>
            <a:off x="457200" y="1188720"/>
            <a:ext cx="109728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5 min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828800" y="118872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Tú y tu materia</a:t>
            </a:r>
            <a:endParaRPr lang="en-US" sz="1800" dirty="0"/>
          </a:p>
        </p:txBody>
      </p:sp>
      <p:sp>
        <p:nvSpPr>
          <p:cNvPr id="6" name="Tiempo 2"/>
          <p:cNvSpPr/>
          <p:nvPr/>
        </p:nvSpPr>
        <p:spPr>
          <a:xfrm>
            <a:off x="457200" y="1874520"/>
            <a:ext cx="109728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18745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10 min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828800" y="187452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Tu perfil: foto, título y video</a:t>
            </a:r>
            <a:endParaRPr lang="en-US" sz="1800" dirty="0"/>
          </a:p>
        </p:txBody>
      </p:sp>
      <p:sp>
        <p:nvSpPr>
          <p:cNvPr id="9" name="Tiempo 3"/>
          <p:cNvSpPr/>
          <p:nvPr/>
        </p:nvSpPr>
        <p:spPr>
          <a:xfrm>
            <a:off x="457200" y="2560320"/>
            <a:ext cx="109728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" y="25603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5 min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828800" y="256032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Tu precio de arranque</a:t>
            </a:r>
            <a:endParaRPr lang="en-US" sz="1800" dirty="0"/>
          </a:p>
        </p:txBody>
      </p:sp>
      <p:sp>
        <p:nvSpPr>
          <p:cNvPr id="12" name="Tiempo 4"/>
          <p:cNvSpPr/>
          <p:nvPr/>
        </p:nvSpPr>
        <p:spPr>
          <a:xfrm>
            <a:off x="457200" y="3246120"/>
            <a:ext cx="109728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32461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5 min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828800" y="324612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La clase de prueba que convierte</a:t>
            </a:r>
            <a:endParaRPr lang="en-US" sz="1800" dirty="0"/>
          </a:p>
        </p:txBody>
      </p:sp>
      <p:sp>
        <p:nvSpPr>
          <p:cNvPr id="15" name="Tiempo 5"/>
          <p:cNvSpPr/>
          <p:nvPr/>
        </p:nvSpPr>
        <p:spPr>
          <a:xfrm>
            <a:off x="457200" y="3931920"/>
            <a:ext cx="109728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39319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5 min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828800" y="393192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Próximos pasos y preguntas</a:t>
            </a:r>
            <a:endParaRPr lang="en-US" sz="1800" dirty="0"/>
          </a:p>
        </p:txBody>
      </p:sp>
      <p:sp>
        <p:nvSpPr>
          <p:cNvPr id="18" name="Anillo exterior"/>
          <p:cNvSpPr/>
          <p:nvPr/>
        </p:nvSpPr>
        <p:spPr>
          <a:xfrm>
            <a:off x="6949440" y="1737360"/>
            <a:ext cx="1828800" cy="18288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Anillo interior"/>
          <p:cNvSpPr/>
          <p:nvPr/>
        </p:nvSpPr>
        <p:spPr>
          <a:xfrm>
            <a:off x="7315200" y="2103120"/>
            <a:ext cx="1097280" cy="109728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774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qué te puedo ayudar</a:t>
            </a:r>
            <a:endParaRPr lang="en-US" sz="3000" dirty="0"/>
          </a:p>
        </p:txBody>
      </p:sp>
      <p:sp>
        <p:nvSpPr>
          <p:cNvPr id="3" name="Dato 1"/>
          <p:cNvSpPr/>
          <p:nvPr/>
        </p:nvSpPr>
        <p:spPr>
          <a:xfrm>
            <a:off x="457200" y="1280160"/>
            <a:ext cx="256032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55448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14.000+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5603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clases dadas en Preply</a:t>
            </a:r>
            <a:endParaRPr lang="en-US" sz="1600" dirty="0"/>
          </a:p>
        </p:txBody>
      </p:sp>
      <p:sp>
        <p:nvSpPr>
          <p:cNvPr id="6" name="Dato 2"/>
          <p:cNvSpPr/>
          <p:nvPr/>
        </p:nvSpPr>
        <p:spPr>
          <a:xfrm>
            <a:off x="3291840" y="1280160"/>
            <a:ext cx="256032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520440" y="155448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$4K–6K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3520440" y="25603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ingreso mensual actual*</a:t>
            </a:r>
            <a:endParaRPr lang="en-US" sz="1600" dirty="0"/>
          </a:p>
        </p:txBody>
      </p:sp>
      <p:sp>
        <p:nvSpPr>
          <p:cNvPr id="9" name="Dato 3"/>
          <p:cNvSpPr/>
          <p:nvPr/>
        </p:nvSpPr>
        <p:spPr>
          <a:xfrm>
            <a:off x="6126480" y="1280160"/>
            <a:ext cx="256032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55080" y="155448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método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6355080" y="25603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que sirve para cualquier materia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0233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*Mi caso personal. No es una garantía de resultados.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774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qué Preply para tu materia</a:t>
            </a:r>
            <a:endParaRPr lang="en-US" sz="3000" dirty="0"/>
          </a:p>
        </p:txBody>
      </p:sp>
      <p:sp>
        <p:nvSpPr>
          <p:cNvPr id="3" name="Ventaja 1"/>
          <p:cNvSpPr/>
          <p:nvPr/>
        </p:nvSpPr>
        <p:spPr>
          <a:xfrm>
            <a:off x="457200" y="1188720"/>
            <a:ext cx="39776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4" name="Círculo 1"/>
          <p:cNvSpPr/>
          <p:nvPr/>
        </p:nvSpPr>
        <p:spPr>
          <a:xfrm>
            <a:off x="685800" y="14630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389888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Alumnos que llegan solos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810512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Preply trae la demanda. Tú te enfocas en enseñar.</a:t>
            </a:r>
            <a:endParaRPr lang="en-US" sz="1400" dirty="0"/>
          </a:p>
        </p:txBody>
      </p:sp>
      <p:sp>
        <p:nvSpPr>
          <p:cNvPr id="8" name="Ventaja 2"/>
          <p:cNvSpPr/>
          <p:nvPr/>
        </p:nvSpPr>
        <p:spPr>
          <a:xfrm>
            <a:off x="4709160" y="1188720"/>
            <a:ext cx="39776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9" name="Círculo 2"/>
          <p:cNvSpPr/>
          <p:nvPr/>
        </p:nvSpPr>
        <p:spPr>
          <a:xfrm>
            <a:off x="4937760" y="14630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93776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577840" y="1389888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Tu precio, tus reglas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577840" y="1810512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Tú decides cuánto cobras y cuándo subes.</a:t>
            </a:r>
            <a:endParaRPr lang="en-US" sz="1400" dirty="0"/>
          </a:p>
        </p:txBody>
      </p:sp>
      <p:sp>
        <p:nvSpPr>
          <p:cNvPr id="13" name="Ventaja 3"/>
          <p:cNvSpPr/>
          <p:nvPr/>
        </p:nvSpPr>
        <p:spPr>
          <a:xfrm>
            <a:off x="457200" y="2788920"/>
            <a:ext cx="39776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4" name="Círculo 3"/>
          <p:cNvSpPr/>
          <p:nvPr/>
        </p:nvSpPr>
        <p:spPr>
          <a:xfrm>
            <a:off x="685800" y="30632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2990088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Tu horario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410712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Abre solo las horas que te convienen.</a:t>
            </a:r>
            <a:endParaRPr lang="en-US" sz="1400" dirty="0"/>
          </a:p>
        </p:txBody>
      </p:sp>
      <p:sp>
        <p:nvSpPr>
          <p:cNvPr id="18" name="Ventaja 4"/>
          <p:cNvSpPr/>
          <p:nvPr/>
        </p:nvSpPr>
        <p:spPr>
          <a:xfrm>
            <a:off x="4709160" y="2788920"/>
            <a:ext cx="39776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9" name="Círculo 4"/>
          <p:cNvSpPr/>
          <p:nvPr/>
        </p:nvSpPr>
        <p:spPr>
          <a:xfrm>
            <a:off x="4937760" y="30632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93776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577840" y="2990088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Suscripciones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577840" y="3410712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Ingresos que se repiten cada semana.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774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3 pilares de un perfil que vende</a:t>
            </a:r>
            <a:endParaRPr lang="en-US" sz="3000" dirty="0"/>
          </a:p>
        </p:txBody>
      </p:sp>
      <p:sp>
        <p:nvSpPr>
          <p:cNvPr id="3" name="Pilar 1"/>
          <p:cNvSpPr/>
          <p:nvPr/>
        </p:nvSpPr>
        <p:spPr>
          <a:xfrm>
            <a:off x="457200" y="1234440"/>
            <a:ext cx="2560320" cy="310896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</p:spPr>
      </p:sp>
      <p:sp>
        <p:nvSpPr>
          <p:cNvPr id="4" name="Círculo 1"/>
          <p:cNvSpPr/>
          <p:nvPr/>
        </p:nvSpPr>
        <p:spPr>
          <a:xfrm>
            <a:off x="731520" y="15087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508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402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Foto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7432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 frente, buena luz, fondo limpio y sonriendo. Es lo primero que se ve.</a:t>
            </a:r>
            <a:endParaRPr lang="en-US" sz="1400" dirty="0"/>
          </a:p>
        </p:txBody>
      </p:sp>
      <p:sp>
        <p:nvSpPr>
          <p:cNvPr id="8" name="Pilar 2"/>
          <p:cNvSpPr/>
          <p:nvPr/>
        </p:nvSpPr>
        <p:spPr>
          <a:xfrm>
            <a:off x="3291840" y="1234440"/>
            <a:ext cx="2560320" cy="310896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</p:spPr>
      </p:sp>
      <p:sp>
        <p:nvSpPr>
          <p:cNvPr id="9" name="Círculo 2"/>
          <p:cNvSpPr/>
          <p:nvPr/>
        </p:nvSpPr>
        <p:spPr>
          <a:xfrm>
            <a:off x="3566160" y="15087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566160" y="1508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2402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27432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Específico: materia, a quién ayudas y qué resultado das.</a:t>
            </a:r>
            <a:endParaRPr lang="en-US" sz="1400" dirty="0"/>
          </a:p>
        </p:txBody>
      </p:sp>
      <p:sp>
        <p:nvSpPr>
          <p:cNvPr id="13" name="Pilar 3"/>
          <p:cNvSpPr/>
          <p:nvPr/>
        </p:nvSpPr>
        <p:spPr>
          <a:xfrm>
            <a:off x="6126480" y="1234440"/>
            <a:ext cx="2560320" cy="310896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</p:spPr>
      </p:sp>
      <p:sp>
        <p:nvSpPr>
          <p:cNvPr id="14" name="Círculo 3"/>
          <p:cNvSpPr/>
          <p:nvPr/>
        </p:nvSpPr>
        <p:spPr>
          <a:xfrm>
            <a:off x="6400800" y="15087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0" y="1508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22402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Video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0" y="27432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 60 a 90 segundos: quién eres, a quién ayudas, cómo es tu clase y una invitación a reservar.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774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 título: antes y después</a:t>
            </a:r>
            <a:endParaRPr lang="en-US" sz="3000" dirty="0"/>
          </a:p>
        </p:txBody>
      </p:sp>
      <p:sp>
        <p:nvSpPr>
          <p:cNvPr id="3" name="Antes"/>
          <p:cNvSpPr/>
          <p:nvPr/>
        </p:nvSpPr>
        <p:spPr>
          <a:xfrm>
            <a:off x="457200" y="1325880"/>
            <a:ext cx="338328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ANTES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87452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strike="sngStrike" dirty="0">
                <a:solidFill>
                  <a:schemeClr val="accent3"/>
                </a:solidFill>
              </a:rPr>
              <a:t>Profesor de matemáticas</a:t>
            </a:r>
            <a:endParaRPr lang="en-US" sz="2000" dirty="0"/>
          </a:p>
        </p:txBody>
      </p:sp>
      <p:sp>
        <p:nvSpPr>
          <p:cNvPr id="6" name="Flecha"/>
          <p:cNvSpPr/>
          <p:nvPr/>
        </p:nvSpPr>
        <p:spPr>
          <a:xfrm>
            <a:off x="4023360" y="2103120"/>
            <a:ext cx="640080" cy="45720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7" name="Después"/>
          <p:cNvSpPr/>
          <p:nvPr/>
        </p:nvSpPr>
        <p:spPr>
          <a:xfrm>
            <a:off x="4846320" y="1325880"/>
            <a:ext cx="3840480" cy="201168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120640" y="15087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DESPUÉS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120640" y="1874520"/>
            <a:ext cx="3291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Álgebra y SAT Math: 10 años ayudando a adolescentes a aprobar con confianza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703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chemeClr val="tx2"/>
                </a:solidFill>
              </a:rPr>
              <a:t>Fórmula: materia + a quién ayudas + resultado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774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 precio se construye por etapas</a:t>
            </a:r>
            <a:endParaRPr lang="en-US" sz="3000" dirty="0"/>
          </a:p>
        </p:txBody>
      </p:sp>
      <p:sp>
        <p:nvSpPr>
          <p:cNvPr id="3" name="Etapa 1"/>
          <p:cNvSpPr/>
          <p:nvPr/>
        </p:nvSpPr>
        <p:spPr>
          <a:xfrm>
            <a:off x="457200" y="3017520"/>
            <a:ext cx="256032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32004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1 · Arranque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61188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Precio competitivo para conseguir tus primeras clases y reseñas.</a:t>
            </a:r>
            <a:endParaRPr lang="en-US" sz="1400" dirty="0"/>
          </a:p>
        </p:txBody>
      </p:sp>
      <p:sp>
        <p:nvSpPr>
          <p:cNvPr id="6" name="Etapa 2"/>
          <p:cNvSpPr/>
          <p:nvPr/>
        </p:nvSpPr>
        <p:spPr>
          <a:xfrm>
            <a:off x="3291840" y="2423160"/>
            <a:ext cx="256032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520440" y="26060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2 · Crecimiento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520440" y="301752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 tus primeras reseñas positivas, subes de forma gradual.</a:t>
            </a:r>
            <a:endParaRPr lang="en-US" sz="1400" dirty="0"/>
          </a:p>
        </p:txBody>
      </p:sp>
      <p:sp>
        <p:nvSpPr>
          <p:cNvPr id="9" name="Etapa 3"/>
          <p:cNvSpPr/>
          <p:nvPr/>
        </p:nvSpPr>
        <p:spPr>
          <a:xfrm>
            <a:off x="6126480" y="1828800"/>
            <a:ext cx="2560320" cy="2697480"/>
          </a:xfrm>
          <a:prstGeom prst="roundRect">
            <a:avLst>
              <a:gd name="adj" fmla="val 2857"/>
            </a:avLst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55080" y="2011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3 · Premium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355080" y="2423160"/>
            <a:ext cx="21031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Agenda llena y buenas reseñas: cobras lo que vale tu experiencia.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774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clase de prueba que convierte</a:t>
            </a:r>
            <a:endParaRPr lang="en-US" sz="3000" dirty="0"/>
          </a:p>
        </p:txBody>
      </p:sp>
      <p:sp>
        <p:nvSpPr>
          <p:cNvPr id="3" name="Conector"/>
          <p:cNvSpPr/>
          <p:nvPr/>
        </p:nvSpPr>
        <p:spPr>
          <a:xfrm>
            <a:off x="1485900" y="1783080"/>
            <a:ext cx="6172200" cy="0"/>
          </a:xfrm>
          <a:prstGeom prst="line">
            <a:avLst/>
          </a:prstGeom>
          <a:noFill/>
          <a:ln w="38100">
            <a:solidFill>
              <a:schemeClr val="accent1"/>
            </a:solidFill>
            <a:prstDash val="solid"/>
          </a:ln>
        </p:spPr>
      </p:sp>
      <p:sp>
        <p:nvSpPr>
          <p:cNvPr id="4" name="Círculo 1"/>
          <p:cNvSpPr/>
          <p:nvPr/>
        </p:nvSpPr>
        <p:spPr>
          <a:xfrm>
            <a:off x="1165860" y="14630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6586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3172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Diagnóstico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788920"/>
            <a:ext cx="1783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Pregunta qué necesita y por qué ahora.</a:t>
            </a:r>
            <a:endParaRPr lang="en-US" sz="1400" dirty="0"/>
          </a:p>
        </p:txBody>
      </p:sp>
      <p:sp>
        <p:nvSpPr>
          <p:cNvPr id="8" name="Círculo 2"/>
          <p:cNvSpPr/>
          <p:nvPr/>
        </p:nvSpPr>
        <p:spPr>
          <a:xfrm>
            <a:off x="3223260" y="14630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22326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606040" y="233172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Mini victoria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788920"/>
            <a:ext cx="1783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Enséñale algo útil que pueda aplicar ya.</a:t>
            </a:r>
            <a:endParaRPr lang="en-US" sz="1400" dirty="0"/>
          </a:p>
        </p:txBody>
      </p:sp>
      <p:sp>
        <p:nvSpPr>
          <p:cNvPr id="12" name="Círculo 3"/>
          <p:cNvSpPr/>
          <p:nvPr/>
        </p:nvSpPr>
        <p:spPr>
          <a:xfrm>
            <a:off x="5280660" y="14630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28066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233172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Plan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709160" y="2788920"/>
            <a:ext cx="1783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Muéstrale el camino hacia su objetivo.</a:t>
            </a:r>
            <a:endParaRPr lang="en-US" sz="1400" dirty="0"/>
          </a:p>
        </p:txBody>
      </p:sp>
      <p:sp>
        <p:nvSpPr>
          <p:cNvPr id="16" name="Círculo 4"/>
          <p:cNvSpPr/>
          <p:nvPr/>
        </p:nvSpPr>
        <p:spPr>
          <a:xfrm>
            <a:off x="7338060" y="14630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3806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720840" y="233172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Propuesta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766560" y="2788920"/>
            <a:ext cx="1783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Invítalo a suscribirse para seguir ese plan.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774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Tus primeras 2 semanas</a:t>
            </a:r>
            <a:endParaRPr lang="en-US" sz="3000" dirty="0"/>
          </a:p>
        </p:txBody>
      </p:sp>
      <p:sp>
        <p:nvSpPr>
          <p:cNvPr id="3" name="Fase 1"/>
          <p:cNvSpPr/>
          <p:nvPr/>
        </p:nvSpPr>
        <p:spPr>
          <a:xfrm>
            <a:off x="457200" y="1234440"/>
            <a:ext cx="822960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234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Días 1–2</a:t>
            </a:r>
            <a:endParaRPr lang="en-US" sz="2000" dirty="0"/>
          </a:p>
        </p:txBody>
      </p:sp>
      <p:sp>
        <p:nvSpPr>
          <p:cNvPr id="5" name="Hito 1"/>
          <p:cNvSpPr/>
          <p:nvPr/>
        </p:nvSpPr>
        <p:spPr>
          <a:xfrm>
            <a:off x="2560320" y="1563624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017520" y="1234440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Completa tu perfil y graba tu video</a:t>
            </a:r>
            <a:endParaRPr lang="en-US" sz="1700" dirty="0"/>
          </a:p>
        </p:txBody>
      </p:sp>
      <p:sp>
        <p:nvSpPr>
          <p:cNvPr id="7" name="Fase 2"/>
          <p:cNvSpPr/>
          <p:nvPr/>
        </p:nvSpPr>
        <p:spPr>
          <a:xfrm>
            <a:off x="457200" y="2286000"/>
            <a:ext cx="822960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28600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Días 3–7</a:t>
            </a:r>
            <a:endParaRPr lang="en-US" sz="2000" dirty="0"/>
          </a:p>
        </p:txBody>
      </p:sp>
      <p:sp>
        <p:nvSpPr>
          <p:cNvPr id="9" name="Hito 2"/>
          <p:cNvSpPr/>
          <p:nvPr/>
        </p:nvSpPr>
        <p:spPr>
          <a:xfrm>
            <a:off x="2560320" y="2615184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017520" y="2286000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Aprobación de Preply y calendario abierto</a:t>
            </a:r>
            <a:endParaRPr lang="en-US" sz="1700" dirty="0"/>
          </a:p>
        </p:txBody>
      </p:sp>
      <p:sp>
        <p:nvSpPr>
          <p:cNvPr id="11" name="Fase 3"/>
          <p:cNvSpPr/>
          <p:nvPr/>
        </p:nvSpPr>
        <p:spPr>
          <a:xfrm>
            <a:off x="457200" y="3337560"/>
            <a:ext cx="822960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333756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Semana 2</a:t>
            </a:r>
            <a:endParaRPr lang="en-US" sz="2000" dirty="0"/>
          </a:p>
        </p:txBody>
      </p:sp>
      <p:sp>
        <p:nvSpPr>
          <p:cNvPr id="13" name="Hito 3"/>
          <p:cNvSpPr/>
          <p:nvPr/>
        </p:nvSpPr>
        <p:spPr>
          <a:xfrm>
            <a:off x="2560320" y="3666744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017520" y="3337560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Responde rápido y da tus primeras clases de prueba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774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11480"/>
            <a:ext cx="6217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¿Quieres acelerar? Programa «Despega en Preply»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691640"/>
            <a:ext cx="51206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4 sesiones grupales de 30 minutos (una por semana)</a:t>
            </a:r>
            <a:endParaRPr lang="en-US" sz="17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Revisión detallada de tu perfil y tu video</a:t>
            </a:r>
            <a:endParaRPr lang="en-US" sz="17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Guion de clase de prueba adaptado a tu materia</a:t>
            </a:r>
            <a:endParaRPr lang="en-US" sz="17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Grupo privado de apoyo y preguntas</a:t>
            </a:r>
            <a:endParaRPr lang="en-US" sz="1700" dirty="0"/>
          </a:p>
        </p:txBody>
      </p:sp>
      <p:sp>
        <p:nvSpPr>
          <p:cNvPr id="4" name="Precio"/>
          <p:cNvSpPr/>
          <p:nvPr/>
        </p:nvSpPr>
        <p:spPr>
          <a:xfrm>
            <a:off x="6035040" y="1691640"/>
            <a:ext cx="2651760" cy="2194560"/>
          </a:xfrm>
          <a:prstGeom prst="roundRect">
            <a:avLst>
              <a:gd name="adj" fmla="val 4167"/>
            </a:avLst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035040" y="19202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Precio de lanzamiento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035040" y="233172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$97</a:t>
            </a:r>
            <a:endParaRPr lang="en-US" sz="5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11480"/>
            <a:ext cx="6217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Tus próximos pasos</a:t>
            </a:r>
            <a:endParaRPr lang="en-US" sz="3000" dirty="0"/>
          </a:p>
        </p:txBody>
      </p:sp>
      <p:sp>
        <p:nvSpPr>
          <p:cNvPr id="3" name="Anillo exterior"/>
          <p:cNvSpPr/>
          <p:nvPr/>
        </p:nvSpPr>
        <p:spPr>
          <a:xfrm>
            <a:off x="6583680" y="457200"/>
            <a:ext cx="2103120" cy="21031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Anillo interior"/>
          <p:cNvSpPr/>
          <p:nvPr/>
        </p:nvSpPr>
        <p:spPr>
          <a:xfrm>
            <a:off x="7004304" y="877824"/>
            <a:ext cx="1261872" cy="1261872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5" name="Círculo 1"/>
          <p:cNvSpPr/>
          <p:nvPr/>
        </p:nvSpPr>
        <p:spPr>
          <a:xfrm>
            <a:off x="457200" y="14173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5720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41732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Aplica hoy los cambios de tu perfil</a:t>
            </a:r>
            <a:endParaRPr lang="en-US" sz="1800" dirty="0"/>
          </a:p>
        </p:txBody>
      </p:sp>
      <p:sp>
        <p:nvSpPr>
          <p:cNvPr id="8" name="Círculo 2"/>
          <p:cNvSpPr/>
          <p:nvPr/>
        </p:nvSpPr>
        <p:spPr>
          <a:xfrm>
            <a:off x="457200" y="214884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14884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Graba tu video esta semana</a:t>
            </a:r>
            <a:endParaRPr lang="en-US" sz="1800" dirty="0"/>
          </a:p>
        </p:txBody>
      </p:sp>
      <p:sp>
        <p:nvSpPr>
          <p:cNvPr id="11" name="Círculo 3"/>
          <p:cNvSpPr/>
          <p:nvPr/>
        </p:nvSpPr>
        <p:spPr>
          <a:xfrm>
            <a:off x="457200" y="288036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8803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Completa tu registro antes del 30 de noviembre de 2026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749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tu-email@ejemplo.com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206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bg2"/>
                </a:solidFill>
              </a:rPr>
              <a:t>Transparencia: Preply me paga un bono si te registras con mi enlace y das tu primera clase de suscripción. No soy empleado de Preply.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spega">
  <a:themeElements>
    <a:clrScheme name="Despega">
      <a:dk1>
        <a:srgbClr val="1B1F2A"/>
      </a:dk1>
      <a:lt1>
        <a:srgbClr val="FFFFFF"/>
      </a:lt1>
      <a:dk2>
        <a:srgbClr val="14213D"/>
      </a:dk2>
      <a:lt2>
        <a:srgbClr val="EEF1F6"/>
      </a:lt2>
      <a:accent1>
        <a:srgbClr val="FCA311"/>
      </a:accent1>
      <a:accent2>
        <a:srgbClr val="14213D"/>
      </a:accent2>
      <a:accent3>
        <a:srgbClr val="5B6475"/>
      </a:accent3>
      <a:accent4>
        <a:srgbClr val="3BB273"/>
      </a:accent4>
      <a:accent5>
        <a:srgbClr val="E76F51"/>
      </a:accent5>
      <a:accent6>
        <a:srgbClr val="8D99AE"/>
      </a:accent6>
      <a:hlink>
        <a:srgbClr val="FCA311"/>
      </a:hlink>
      <a:folHlink>
        <a:srgbClr val="5B6475"/>
      </a:folHlink>
    </a:clrScheme>
    <a:fontScheme name="Despeg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 experto a tutor online</dc:title>
  <dc:subject>PptxGenJS Presentation</dc:subject>
  <dc:creator>Tu Nombre</dc:creator>
  <cp:lastModifiedBy>Tu Nombre</cp:lastModifiedBy>
  <cp:revision>1</cp:revision>
  <dcterms:created xsi:type="dcterms:W3CDTF">2026-10-29T18:28:01Z</dcterms:created>
  <dcterms:modified xsi:type="dcterms:W3CDTF">2026-10-29T18:28:01Z</dcterms:modified>
</cp:coreProperties>
</file>