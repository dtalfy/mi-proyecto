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8360e68-0d2e-9c46-3b58-3c6d8bd428fa}">
          <p14:sldIdLst>
            <p14:sldId id="256"/>
            <p14:sldId id="257"/>
            <p14:sldId id="258"/>
          </p14:sldIdLst>
        </p14:section>
        <p14:section name="Perfil" id="{26b36948-a32e-3767-3067-17db31535dfc}">
          <p14:sldIdLst>
            <p14:sldId id="259"/>
            <p14:sldId id="260"/>
            <p14:sldId id="261"/>
          </p14:sldIdLst>
        </p14:section>
        <p14:section name="Precio y clase de prueba" id="{f74ec7d8-b9d8-a0cf-8448-f07fbd6a070c}">
          <p14:sldIdLst>
            <p14:sldId id="262"/>
            <p14:sldId id="263"/>
          </p14:sldIdLst>
        </p14:section>
        <p14:section name="Cierre" id="{3ed7aba3-cceb-12cf-37e7-403601fb653d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Agradece que se hayan registrado con tu enlace. Pregunta su nombre, su materia y desde dónde se conectan.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Controla el tiempo. Si la persona aún no completó su perfil, dedica más tiempo al bloque de perfil y menos al de precio.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tu historia en 1 minuto: cómo empezaste, qué te costó aprender y qué cambió cuando entendiste el perfil, el precio y la clase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¿qué te atrae más de enseñar online? Usa su respuesta para motivar el resto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su perfil en pantalla compartida y revisa los tres pilares en vivo. Anota 2 o 3 cambios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Escriban juntos el título de su perfil usando la fórmula. Haz que lo pegue en Preply durante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 con la persona los precios de otros tutores de su materia en Preply y elijan juntos un precio de arranque.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más importante: aquí se gana o se pierde al alumno. Si hay tiempo, hagan una simulación de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una fecha concreta para cada fase. Si se registró con tu enlace, recuérdale la fecha límite del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Ofrécelo solo si la sesión aportó valor. Sin presión: la sesión gratuita debe servir por sí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los 3 pasos y la fecha de cada uno. Pide permiso para escribirle en una semana y ver cómo 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llo exterior"/>
          <p:cNvSpPr/>
          <p:nvPr/>
        </p:nvSpPr>
        <p:spPr>
          <a:xfrm>
            <a:off x="6035040" y="-1097280"/>
            <a:ext cx="4206240" cy="4206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Anillo interior"/>
          <p:cNvSpPr/>
          <p:nvPr/>
        </p:nvSpPr>
        <p:spPr>
          <a:xfrm>
            <a:off x="6876288" y="-256032"/>
            <a:ext cx="2523744" cy="252374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experto a tutor online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Tu plan de arranque en Preply · Sesión de 30 minutos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205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Tu Nombre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haremos en 30 minutos</a:t>
            </a:r>
            <a:endParaRPr lang="en-US" sz="3000" dirty="0"/>
          </a:p>
        </p:txBody>
      </p:sp>
      <p:sp>
        <p:nvSpPr>
          <p:cNvPr id="3" name="Tiempo 1"/>
          <p:cNvSpPr/>
          <p:nvPr/>
        </p:nvSpPr>
        <p:spPr>
          <a:xfrm>
            <a:off x="457200" y="11887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Tú y tu materia</a:t>
            </a:r>
            <a:endParaRPr lang="en-US" sz="1800" dirty="0"/>
          </a:p>
        </p:txBody>
      </p:sp>
      <p:sp>
        <p:nvSpPr>
          <p:cNvPr id="6" name="Tiempo 2"/>
          <p:cNvSpPr/>
          <p:nvPr/>
        </p:nvSpPr>
        <p:spPr>
          <a:xfrm>
            <a:off x="457200" y="18745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 min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 perfil: foto, título y video</a:t>
            </a:r>
            <a:endParaRPr lang="en-US" sz="1800" dirty="0"/>
          </a:p>
        </p:txBody>
      </p:sp>
      <p:sp>
        <p:nvSpPr>
          <p:cNvPr id="9" name="Tiempo 3"/>
          <p:cNvSpPr/>
          <p:nvPr/>
        </p:nvSpPr>
        <p:spPr>
          <a:xfrm>
            <a:off x="457200" y="25603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 precio de arranque</a:t>
            </a:r>
            <a:endParaRPr lang="en-US" sz="1800" dirty="0"/>
          </a:p>
        </p:txBody>
      </p:sp>
      <p:sp>
        <p:nvSpPr>
          <p:cNvPr id="12" name="Tiempo 4"/>
          <p:cNvSpPr/>
          <p:nvPr/>
        </p:nvSpPr>
        <p:spPr>
          <a:xfrm>
            <a:off x="457200" y="32461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clase de prueba que convierte</a:t>
            </a:r>
            <a:endParaRPr lang="en-US" sz="1800" dirty="0"/>
          </a:p>
        </p:txBody>
      </p:sp>
      <p:sp>
        <p:nvSpPr>
          <p:cNvPr id="15" name="Tiempo 5"/>
          <p:cNvSpPr/>
          <p:nvPr/>
        </p:nvSpPr>
        <p:spPr>
          <a:xfrm>
            <a:off x="457200" y="393192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Próximos pasos y preguntas</a:t>
            </a:r>
            <a:endParaRPr lang="en-US" sz="1800" dirty="0"/>
          </a:p>
        </p:txBody>
      </p:sp>
      <p:sp>
        <p:nvSpPr>
          <p:cNvPr id="18" name="Anillo exterior"/>
          <p:cNvSpPr/>
          <p:nvPr/>
        </p:nvSpPr>
        <p:spPr>
          <a:xfrm>
            <a:off x="6949440" y="173736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Anillo interior"/>
          <p:cNvSpPr/>
          <p:nvPr/>
        </p:nvSpPr>
        <p:spPr>
          <a:xfrm>
            <a:off x="7315200" y="210312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te puedo ayudar</a:t>
            </a:r>
            <a:endParaRPr lang="en-US" sz="3000" dirty="0"/>
          </a:p>
        </p:txBody>
      </p:sp>
      <p:sp>
        <p:nvSpPr>
          <p:cNvPr id="3" name="Dato 1"/>
          <p:cNvSpPr/>
          <p:nvPr/>
        </p:nvSpPr>
        <p:spPr>
          <a:xfrm>
            <a:off x="45720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14.000+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clases dadas en Preply</a:t>
            </a:r>
            <a:endParaRPr lang="en-US" sz="1600" dirty="0"/>
          </a:p>
        </p:txBody>
      </p:sp>
      <p:sp>
        <p:nvSpPr>
          <p:cNvPr id="6" name="Dato 2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$4K–6K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ingreso mensual actual*</a:t>
            </a:r>
            <a:endParaRPr lang="en-US" sz="1600" dirty="0"/>
          </a:p>
        </p:txBody>
      </p:sp>
      <p:sp>
        <p:nvSpPr>
          <p:cNvPr id="9" name="Dato 3"/>
          <p:cNvSpPr/>
          <p:nvPr/>
        </p:nvSpPr>
        <p:spPr>
          <a:xfrm>
            <a:off x="612648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método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que sirve para cualquier materia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*Mi caso personal. No es una garantía de resultados.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Preply para tu materia</a:t>
            </a:r>
            <a:endParaRPr lang="en-US" sz="3000" dirty="0"/>
          </a:p>
        </p:txBody>
      </p:sp>
      <p:sp>
        <p:nvSpPr>
          <p:cNvPr id="3" name="Ventaja 1"/>
          <p:cNvSpPr/>
          <p:nvPr/>
        </p:nvSpPr>
        <p:spPr>
          <a:xfrm>
            <a:off x="45720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Círculo 1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Alumnos que llegan solos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105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Preply trae la demanda. Tú te enfocas en enseñar.</a:t>
            </a:r>
            <a:endParaRPr lang="en-US" sz="1400" dirty="0"/>
          </a:p>
        </p:txBody>
      </p:sp>
      <p:sp>
        <p:nvSpPr>
          <p:cNvPr id="8" name="Ventaja 2"/>
          <p:cNvSpPr/>
          <p:nvPr/>
        </p:nvSpPr>
        <p:spPr>
          <a:xfrm>
            <a:off x="470916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Círculo 2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898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Tu precio, tus reglas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105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Tú decides cuánto cobras y cuándo subes.</a:t>
            </a:r>
            <a:endParaRPr lang="en-US" sz="1400" dirty="0"/>
          </a:p>
        </p:txBody>
      </p:sp>
      <p:sp>
        <p:nvSpPr>
          <p:cNvPr id="13" name="Ventaja 3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Círculo 3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990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Tu horario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107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Abre solo las horas que te convienen.</a:t>
            </a:r>
            <a:endParaRPr lang="en-US" sz="1400" dirty="0"/>
          </a:p>
        </p:txBody>
      </p:sp>
      <p:sp>
        <p:nvSpPr>
          <p:cNvPr id="18" name="Ventaja 4"/>
          <p:cNvSpPr/>
          <p:nvPr/>
        </p:nvSpPr>
        <p:spPr>
          <a:xfrm>
            <a:off x="470916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Círculo 4"/>
          <p:cNvSpPr/>
          <p:nvPr/>
        </p:nvSpPr>
        <p:spPr>
          <a:xfrm>
            <a:off x="493776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2990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Suscripciones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4107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Ingresos que se repiten cada semana.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pilares de un perfil que vende</a:t>
            </a:r>
            <a:endParaRPr lang="en-US" sz="3000" dirty="0"/>
          </a:p>
        </p:txBody>
      </p:sp>
      <p:sp>
        <p:nvSpPr>
          <p:cNvPr id="3" name="Pilar 1"/>
          <p:cNvSpPr/>
          <p:nvPr/>
        </p:nvSpPr>
        <p:spPr>
          <a:xfrm>
            <a:off x="45720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Círculo 1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frente, buena luz, fondo limpio y sonriendo. Es lo primero que se ve.</a:t>
            </a:r>
            <a:endParaRPr lang="en-US" sz="1400" dirty="0"/>
          </a:p>
        </p:txBody>
      </p:sp>
      <p:sp>
        <p:nvSpPr>
          <p:cNvPr id="8" name="Pilar 2"/>
          <p:cNvSpPr/>
          <p:nvPr/>
        </p:nvSpPr>
        <p:spPr>
          <a:xfrm>
            <a:off x="329184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9" name="Círculo 2"/>
          <p:cNvSpPr/>
          <p:nvPr/>
        </p:nvSpPr>
        <p:spPr>
          <a:xfrm>
            <a:off x="356616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Específico: materia, a quién ayudas y qué resultado das.</a:t>
            </a:r>
            <a:endParaRPr lang="en-US" sz="1400" dirty="0"/>
          </a:p>
        </p:txBody>
      </p:sp>
      <p:sp>
        <p:nvSpPr>
          <p:cNvPr id="13" name="Pilar 3"/>
          <p:cNvSpPr/>
          <p:nvPr/>
        </p:nvSpPr>
        <p:spPr>
          <a:xfrm>
            <a:off x="612648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4" name="Círculo 3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60 a 90 segundos: quién eres, a quién ayudas, cómo es tu clase y una invitación a reservar.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título: antes y después</a:t>
            </a:r>
            <a:endParaRPr lang="en-US" sz="3000" dirty="0"/>
          </a:p>
        </p:txBody>
      </p:sp>
      <p:sp>
        <p:nvSpPr>
          <p:cNvPr id="3" name="Antes"/>
          <p:cNvSpPr/>
          <p:nvPr/>
        </p:nvSpPr>
        <p:spPr>
          <a:xfrm>
            <a:off x="457200" y="1325880"/>
            <a:ext cx="33832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ANTES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3"/>
                </a:solidFill>
              </a:rPr>
              <a:t>Profesor de matemáticas</a:t>
            </a:r>
            <a:endParaRPr lang="en-US" sz="2000" dirty="0"/>
          </a:p>
        </p:txBody>
      </p:sp>
      <p:sp>
        <p:nvSpPr>
          <p:cNvPr id="6" name="Flecha"/>
          <p:cNvSpPr/>
          <p:nvPr/>
        </p:nvSpPr>
        <p:spPr>
          <a:xfrm>
            <a:off x="4023360" y="2103120"/>
            <a:ext cx="64008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Después"/>
          <p:cNvSpPr/>
          <p:nvPr/>
        </p:nvSpPr>
        <p:spPr>
          <a:xfrm>
            <a:off x="4846320" y="1325880"/>
            <a:ext cx="38404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DESPUÉS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8745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Álgebra y SAT Math: 10 años ayudando a adolescentes a aprobar con confianza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Fórmula: materia + a quién ayudas + resultado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precio se construye por etapas</a:t>
            </a:r>
            <a:endParaRPr lang="en-US" sz="3000" dirty="0"/>
          </a:p>
        </p:txBody>
      </p:sp>
      <p:sp>
        <p:nvSpPr>
          <p:cNvPr id="3" name="Etapa 1"/>
          <p:cNvSpPr/>
          <p:nvPr/>
        </p:nvSpPr>
        <p:spPr>
          <a:xfrm>
            <a:off x="457200" y="301752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 · Arranque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Precio competitivo para conseguir tus primeras clases y reseñas.</a:t>
            </a:r>
            <a:endParaRPr lang="en-US" sz="1400" dirty="0"/>
          </a:p>
        </p:txBody>
      </p:sp>
      <p:sp>
        <p:nvSpPr>
          <p:cNvPr id="6" name="Etapa 2"/>
          <p:cNvSpPr/>
          <p:nvPr/>
        </p:nvSpPr>
        <p:spPr>
          <a:xfrm>
            <a:off x="3291840" y="242316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 · Crecimiento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tus primeras reseñas positivas, subes de forma gradual.</a:t>
            </a:r>
            <a:endParaRPr lang="en-US" sz="1400" dirty="0"/>
          </a:p>
        </p:txBody>
      </p:sp>
      <p:sp>
        <p:nvSpPr>
          <p:cNvPr id="9" name="Etapa 3"/>
          <p:cNvSpPr/>
          <p:nvPr/>
        </p:nvSpPr>
        <p:spPr>
          <a:xfrm>
            <a:off x="6126480" y="182880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 · Premium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2316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Agenda llena y buenas reseñas: cobras lo que vale tu experiencia.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de prueba que convierte</a:t>
            </a:r>
            <a:endParaRPr lang="en-US" sz="3000" dirty="0"/>
          </a:p>
        </p:txBody>
      </p:sp>
      <p:sp>
        <p:nvSpPr>
          <p:cNvPr id="3" name="Conector"/>
          <p:cNvSpPr/>
          <p:nvPr/>
        </p:nvSpPr>
        <p:spPr>
          <a:xfrm>
            <a:off x="1485900" y="1783080"/>
            <a:ext cx="61722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Círculo 1"/>
          <p:cNvSpPr/>
          <p:nvPr/>
        </p:nvSpPr>
        <p:spPr>
          <a:xfrm>
            <a:off x="11658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58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Diagnóstico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Pregunta qué necesita y por qué ahora.</a:t>
            </a:r>
            <a:endParaRPr lang="en-US" sz="1400" dirty="0"/>
          </a:p>
        </p:txBody>
      </p:sp>
      <p:sp>
        <p:nvSpPr>
          <p:cNvPr id="8" name="Círculo 2"/>
          <p:cNvSpPr/>
          <p:nvPr/>
        </p:nvSpPr>
        <p:spPr>
          <a:xfrm>
            <a:off x="32232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232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Mini victoria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Enséñale algo útil que pueda aplicar ya.</a:t>
            </a:r>
            <a:endParaRPr lang="en-US" sz="1400" dirty="0"/>
          </a:p>
        </p:txBody>
      </p:sp>
      <p:sp>
        <p:nvSpPr>
          <p:cNvPr id="12" name="Círculo 3"/>
          <p:cNvSpPr/>
          <p:nvPr/>
        </p:nvSpPr>
        <p:spPr>
          <a:xfrm>
            <a:off x="52806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806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Muéstrale el camino hacia su objetivo.</a:t>
            </a:r>
            <a:endParaRPr lang="en-US" sz="1400" dirty="0"/>
          </a:p>
        </p:txBody>
      </p:sp>
      <p:sp>
        <p:nvSpPr>
          <p:cNvPr id="16" name="Círculo 4"/>
          <p:cNvSpPr/>
          <p:nvPr/>
        </p:nvSpPr>
        <p:spPr>
          <a:xfrm>
            <a:off x="73380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380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Propuesta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788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Invítalo a suscribirse para seguir ese plan.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primeras 2 semanas</a:t>
            </a:r>
            <a:endParaRPr lang="en-US" sz="3000" dirty="0"/>
          </a:p>
        </p:txBody>
      </p:sp>
      <p:sp>
        <p:nvSpPr>
          <p:cNvPr id="3" name="Fase 1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1–2</a:t>
            </a:r>
            <a:endParaRPr lang="en-US" sz="2000" dirty="0"/>
          </a:p>
        </p:txBody>
      </p:sp>
      <p:sp>
        <p:nvSpPr>
          <p:cNvPr id="5" name="Hito 1"/>
          <p:cNvSpPr/>
          <p:nvPr/>
        </p:nvSpPr>
        <p:spPr>
          <a:xfrm>
            <a:off x="2560320" y="1563624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17520" y="12344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Completa tu perfil y graba tu video</a:t>
            </a:r>
            <a:endParaRPr lang="en-US" sz="1700" dirty="0"/>
          </a:p>
        </p:txBody>
      </p:sp>
      <p:sp>
        <p:nvSpPr>
          <p:cNvPr id="7" name="Fase 2"/>
          <p:cNvSpPr/>
          <p:nvPr/>
        </p:nvSpPr>
        <p:spPr>
          <a:xfrm>
            <a:off x="457200" y="2286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3–7</a:t>
            </a:r>
            <a:endParaRPr lang="en-US" sz="2000" dirty="0"/>
          </a:p>
        </p:txBody>
      </p:sp>
      <p:sp>
        <p:nvSpPr>
          <p:cNvPr id="9" name="Hito 2"/>
          <p:cNvSpPr/>
          <p:nvPr/>
        </p:nvSpPr>
        <p:spPr>
          <a:xfrm>
            <a:off x="2560320" y="2615184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22860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Aprobación de Preply y calendario abierto</a:t>
            </a:r>
            <a:endParaRPr lang="en-US" sz="1700" dirty="0"/>
          </a:p>
        </p:txBody>
      </p:sp>
      <p:sp>
        <p:nvSpPr>
          <p:cNvPr id="11" name="Fase 3"/>
          <p:cNvSpPr/>
          <p:nvPr/>
        </p:nvSpPr>
        <p:spPr>
          <a:xfrm>
            <a:off x="457200" y="33375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2</a:t>
            </a:r>
            <a:endParaRPr lang="en-US" sz="2000" dirty="0"/>
          </a:p>
        </p:txBody>
      </p:sp>
      <p:sp>
        <p:nvSpPr>
          <p:cNvPr id="13" name="Hito 3"/>
          <p:cNvSpPr/>
          <p:nvPr/>
        </p:nvSpPr>
        <p:spPr>
          <a:xfrm>
            <a:off x="2560320" y="3666744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17520" y="33375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Responde rápido y da tus primeras clases de prueba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77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¿Quieres acelerar? Programa «Despega en Preply»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4 sesiones grupales de 30 minutos (una por semana)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Revisión detallada de tu perfil y tu video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Guion de clase de prueba adaptado a tu materia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Grupo privado de apoyo y preguntas</a:t>
            </a:r>
            <a:endParaRPr lang="en-US" sz="1700" dirty="0"/>
          </a:p>
        </p:txBody>
      </p:sp>
      <p:sp>
        <p:nvSpPr>
          <p:cNvPr id="4" name="Precio"/>
          <p:cNvSpPr/>
          <p:nvPr/>
        </p:nvSpPr>
        <p:spPr>
          <a:xfrm>
            <a:off x="603504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Precio de lanzamiento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</a:t>
            </a:r>
            <a:endParaRPr lang="en-US"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próximos pasos</a:t>
            </a:r>
            <a:endParaRPr lang="en-US" sz="3000" dirty="0"/>
          </a:p>
        </p:txBody>
      </p:sp>
      <p:sp>
        <p:nvSpPr>
          <p:cNvPr id="3" name="Anillo exterior"/>
          <p:cNvSpPr/>
          <p:nvPr/>
        </p:nvSpPr>
        <p:spPr>
          <a:xfrm>
            <a:off x="6583680" y="457200"/>
            <a:ext cx="2103120" cy="2103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Anillo interior"/>
          <p:cNvSpPr/>
          <p:nvPr/>
        </p:nvSpPr>
        <p:spPr>
          <a:xfrm>
            <a:off x="7004304" y="877824"/>
            <a:ext cx="1261872" cy="126187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Círculo 1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Aplica hoy los cambios de tu perfil</a:t>
            </a:r>
            <a:endParaRPr lang="en-US" sz="1800" dirty="0"/>
          </a:p>
        </p:txBody>
      </p:sp>
      <p:sp>
        <p:nvSpPr>
          <p:cNvPr id="8" name="Círculo 2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Graba tu video esta semana</a:t>
            </a:r>
            <a:endParaRPr lang="en-US" sz="1800" dirty="0"/>
          </a:p>
        </p:txBody>
      </p:sp>
      <p:sp>
        <p:nvSpPr>
          <p:cNvPr id="11" name="Círculo 3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Completa tu registro antes del 30 de noviembre de 2026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tu-email@ejemplo.com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Transparencia: Preply me paga un bono si te registras con mi enlace y das tu primera clase de suscripción. No soy empleado de Preply.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pega">
  <a:themeElements>
    <a:clrScheme name="Despega">
      <a:dk1>
        <a:srgbClr val="1B1F2A"/>
      </a:dk1>
      <a:lt1>
        <a:srgbClr val="FFFFFF"/>
      </a:lt1>
      <a:dk2>
        <a:srgbClr val="14213D"/>
      </a:dk2>
      <a:lt2>
        <a:srgbClr val="EEF1F6"/>
      </a:lt2>
      <a:accent1>
        <a:srgbClr val="FCA311"/>
      </a:accent1>
      <a:accent2>
        <a:srgbClr val="14213D"/>
      </a:accent2>
      <a:accent3>
        <a:srgbClr val="5B6475"/>
      </a:accent3>
      <a:accent4>
        <a:srgbClr val="3BB273"/>
      </a:accent4>
      <a:accent5>
        <a:srgbClr val="E76F51"/>
      </a:accent5>
      <a:accent6>
        <a:srgbClr val="8D99AE"/>
      </a:accent6>
      <a:hlink>
        <a:srgbClr val="FCA311"/>
      </a:hlink>
      <a:folHlink>
        <a:srgbClr val="5B6475"/>
      </a:folHlink>
    </a:clrScheme>
    <a:fontScheme name="Despeg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experto a tutor online</dc:title>
  <dc:subject>PptxGenJS Presentation</dc:subject>
  <dc:creator>Tu Nombre</dc:creator>
  <cp:lastModifiedBy>Tu Nombre</cp:lastModifiedBy>
  <cp:revision>1</cp:revision>
  <dcterms:created xsi:type="dcterms:W3CDTF">2026-10-29T18:17:55Z</dcterms:created>
  <dcterms:modified xsi:type="dcterms:W3CDTF">2026-10-29T18:17:55Z</dcterms:modified>
</cp:coreProperties>
</file>